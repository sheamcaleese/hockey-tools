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COACH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COACHING
REFLECTION JOURNAL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Daily / Session Reflection  |  5 Minutes. Every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The best coaches are the most reflective. Build this habit. One entry per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SESSION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[DATE]  |  [SESSION / GAME]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Today's Reflection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19202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3560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170432"/>
            <a:ext cx="19202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SESSION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43560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170432"/>
            <a:ext cx="19202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ENERGY LEVEL (1–10)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43560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1170432"/>
            <a:ext cx="19202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7999" y="12161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C4CC"/>
                </a:solidFill>
                <a:latin typeface="Calibri"/>
              </a:rPr>
              <a:t>TEAM MOOD (1–10)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1435608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65960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965960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07568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 SAW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13432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[ 2–3 specific observations from today. Players, patterns, moments.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62072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862072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97180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 DID WELL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209544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coaching actions landed? What worked? Be honest — you need to know what to repeat.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58183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58183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867911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I'D DO DIFFERENTLY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105655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thing. Not a list. The most important thing.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RELATIONSHIPS &amp;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[DATE]  |  [SESSION / GAME]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People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 CONNECTION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16736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Who did I connect with well today? Who do I need to reach out to?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3931920" cy="1481328"/>
          </a:xfrm>
          <a:prstGeom prst="rect">
            <a:avLst/>
          </a:prstGeom>
          <a:solidFill>
            <a:srgbClr val="1A1A1A"/>
          </a:solidFill>
          <a:ln w="6350">
            <a:solidFill>
              <a:srgbClr val="4C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4CAF7A"/>
                </a:solidFill>
                <a:latin typeface="Calibri"/>
              </a:rPr>
              <a:t>CONNECTED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01952"/>
            <a:ext cx="3566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Names and notes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600200"/>
            <a:ext cx="4023360" cy="1481328"/>
          </a:xfrm>
          <a:prstGeom prst="rect">
            <a:avLst/>
          </a:prstGeom>
          <a:solidFill>
            <a:srgbClr val="1A1A1A"/>
          </a:solidFill>
          <a:ln w="6350">
            <a:solidFill>
              <a:srgbClr val="D4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645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D45F5F"/>
                </a:solidFill>
                <a:latin typeface="Calibri"/>
              </a:rPr>
              <a:t>NEED TO FOLLOW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901952"/>
            <a:ext cx="3657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Names and what I need to do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MY #1 ACTION FOR TOMORROW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47288"/>
            <a:ext cx="8229600" cy="777240"/>
          </a:xfrm>
          <a:prstGeom prst="rect">
            <a:avLst/>
          </a:prstGeom>
          <a:solidFill>
            <a:srgbClr val="141414"/>
          </a:solidFill>
          <a:ln w="19050">
            <a:solidFill>
              <a:srgbClr val="D4A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47288"/>
            <a:ext cx="73152" cy="77724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58444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[ One specific action. Not 'be better'. What will you actually do tomorrow?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WEEKLY COACH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Week of [DATE]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End-Of-Week 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Friday evening or Sunday. 10 minutes. Don't skip this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6576" cy="7132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2704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THE MOST IMPORTANT COACHING MOMENT THIS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6479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moment or conversation had the most impact? What made it work?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36576" cy="7132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AM I COACHING FROM MY VALUES?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63347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Honest self-assessment. Where did my coaching align with who I want to be? Where didn't it?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36576" cy="7132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264408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DO MY ATHLETES NEED MORE OF?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502152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Looking across the group — what's the team or individual deficit I'm not addressing enough?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59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59"/>
            <a:ext cx="36576" cy="7132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133087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ONE THING TO SUSTAIN. ONE THING TO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370831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Keep: [ ] | Change: [ ]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