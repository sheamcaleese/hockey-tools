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731520"/>
            <a:ext cx="36576" cy="201168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229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400">
                <a:solidFill>
                  <a:srgbClr val="B8C4CC"/>
                </a:solidFill>
                <a:latin typeface="Arial"/>
              </a:rPr>
              <a:t>BLACK STICKS 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 Black"/>
              </a:rPr>
              <a:t>MY PERFORMANCE
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spc="200">
                <a:solidFill>
                  <a:srgbClr val="C8C8C8"/>
                </a:solidFill>
                <a:latin typeface="Arial"/>
              </a:rPr>
              <a:t>WORLD CUP CYCLE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00400"/>
            <a:ext cx="502920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300">
                <a:solidFill>
                  <a:srgbClr val="B8C4CC"/>
                </a:solidFill>
                <a:latin typeface="Arial"/>
              </a:rPr>
              <a:t>ATHLETE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474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[Full Name — replace this]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22860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599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AAAAAA"/>
                </a:solidFill>
                <a:latin typeface="Arial"/>
              </a:rPr>
              <a:t>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428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[Position]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023360"/>
            <a:ext cx="22860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40599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AAAAAA"/>
                </a:solidFill>
                <a:latin typeface="Arial"/>
              </a:rPr>
              <a:t>CAPS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42428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[Number]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57200"/>
            <a:ext cx="2926080" cy="4389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  <a:latin typeface="Arial"/>
              </a:rPr>
              <a:t>[ ADD PLAYER
PHOTO HERE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This is your document. Own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Who I Am At My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1615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8C4CC"/>
                </a:solidFill>
                <a:latin typeface="Arial"/>
              </a:rPr>
              <a:t>  This section is based on your profile survey. Review it, edit it, make it yours.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81381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WHEN I'M AT MY BEST I…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8C8"/>
                </a:solidFill>
                <a:latin typeface="Arial"/>
              </a:rPr>
              <a:t>Describe yourself here — how you move, how you think, how you compete. What does peak-you look like on the field? Write it in your own words. Be specific. Don't be modest.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39312"/>
            <a:ext cx="256032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8"/>
            <a:ext cx="23408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How does your energy show up when you're at your best?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639312"/>
            <a:ext cx="256032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37307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950208"/>
            <a:ext cx="23408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How are you thinking? What mental state are you in?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639312"/>
            <a:ext cx="2560320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7307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950208"/>
            <a:ext cx="23408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What impact are you having on the team around you?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What Drives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3749039" cy="32918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3520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TOP MOTIVATORS  (RANK 1–5 IN YOUR OWN ORDER)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1572768"/>
            <a:ext cx="310896" cy="310896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7276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609344"/>
            <a:ext cx="3108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Competing against the 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084832"/>
            <a:ext cx="310896" cy="310896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08483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121408"/>
            <a:ext cx="3108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Personal growth &amp; mastery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596896"/>
            <a:ext cx="310896" cy="310896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9689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633472"/>
            <a:ext cx="3108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Being part of a high-performance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108960"/>
            <a:ext cx="310896" cy="31089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10896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AAAA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145536"/>
            <a:ext cx="3108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Arial"/>
              </a:rPr>
              <a:t>Representing something bigger than myself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621024"/>
            <a:ext cx="310896" cy="31089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62102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AAA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657600"/>
            <a:ext cx="3108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Arial"/>
              </a:rPr>
              <a:t>Proving something to myself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879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Edit these — rank YOUR actual drivers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170432"/>
            <a:ext cx="4069080" cy="15087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26187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HOCKEY MEANS TO 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517904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Arial"/>
              </a:rPr>
              <a:t>Write this yourself. Not what sounds good — what's actually true for you.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834640"/>
            <a:ext cx="4069080" cy="16276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926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WHEN AM I MOST MOTIVATED IN TRAINING?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182112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Think about sessions where you've been fully switched on. What was different? What was the environment like? What was being asked of you?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My Optimal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I perform at my best when the environment looks like this. Coaches use this. I use this to self-manage.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does the ideal training / game environment feel like for 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Competitive and intense / Calm and organised / High freedom to play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81328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572768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PHYSICAL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01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physical condition do I need to be in to play my best?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03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Well-rested / Fresh legs / Well-fuelled / Activated and warm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33472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24912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MENTAL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What's going on in my head when I'm performing well?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552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Clear mind / Aggressive intent / Trusting instincts / Low self-doubt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633472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724912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COACH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9535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do I need from my coaches to perform confidently?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2552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Clear trust signals / Direct feedback / Space to play / Reassurance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85616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77056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TEAM DYNAMIC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05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does the team environment need to feel like around me?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074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High standards / Tight connection / Freedom to be direct / Low drama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785616"/>
            <a:ext cx="411480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3877056"/>
            <a:ext cx="3886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105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What does my pre-game / pre-session routine need to include?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4074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e.g. Quiet time / Loud warm-up / Music / Tactical clarity / Rituals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What Disrupts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Knowing your disruption points is not weakness. It's intelligence. Own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3977639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TENDS TO KNOCK ME 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Overthinking mistakes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4028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Feeling judged or scrutinised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6032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Unclear expectations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036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07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Physical fatigue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0040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272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External noise / distractions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40"/>
            <a:ext cx="128016" cy="128016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472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Team tension or 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5478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  <a:latin typeface="Arial"/>
              </a:rPr>
              <a:t>Tick or edit the ones that actually apply to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481328"/>
            <a:ext cx="3977639" cy="107899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57276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HELPS ME RESET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810512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When I get knocked off, the fastest way back is...
[Write your own reset strategy here — specific, not generic]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706624"/>
            <a:ext cx="3977639" cy="1106424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79806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EARLY WARNING SIGNS I'M LOSING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54096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What do I notice in myself before performance drops? Body tension? Going quiet? Negative self-talk? [Name them specifically]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50208"/>
            <a:ext cx="813816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41648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#1 THING TO PROTECT WHEN PRESSURE 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793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The one mental habit or behaviour that keeps me anchored: [Write it here]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How I Communicate &amp; Receive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8138160" cy="84124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STYLE  (INTROVERT ←→ EXTROVERT SPECTRUM)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36192"/>
            <a:ext cx="7818120" cy="219456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3904487" cy="219456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7393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Arial"/>
              </a:rPr>
              <a:t>1 — Introvert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73936"/>
            <a:ext cx="2075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AAAAA"/>
                </a:solidFill>
                <a:latin typeface="Arial"/>
              </a:rPr>
              <a:t>10 — Extrovert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73936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B8C4CC"/>
                </a:solidFill>
                <a:latin typeface="Arial"/>
              </a:rPr>
              <a:t>Mark your actual number (stretch or shrink the filled bar above)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21408"/>
            <a:ext cx="2606040" cy="26334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WORKS FOR 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786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5054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Direct and honest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358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962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In the moment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930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4198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Short and sharp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502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8770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Collaborative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AAAA"/>
                </a:solidFill>
                <a:latin typeface="Arial"/>
              </a:rPr>
              <a:t>edit these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121408"/>
            <a:ext cx="2606040" cy="26334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79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DOESN'T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79" y="25786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1" y="25054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Public criticism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79" y="30358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1" y="2962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Vague or unclear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79" y="34930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1" y="34198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Too much at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79" y="39502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1" y="38770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When I haven't had time to breathe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79" y="44805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AAAA"/>
                </a:solidFill>
                <a:latin typeface="Arial"/>
              </a:rPr>
              <a:t>edit these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121408"/>
            <a:ext cx="2606040" cy="26334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212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HOW I PREFER TO GIVE FEEDBACK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5786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25054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Privately and directly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0358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29626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With specific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4930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34198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After I've had time to think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950208"/>
            <a:ext cx="109728" cy="109728"/>
          </a:xfrm>
          <a:prstGeom prst="rect">
            <a:avLst/>
          </a:prstGeom>
          <a:solidFill>
            <a:srgbClr val="2E2E2E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38770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C8C8"/>
                </a:solidFill>
                <a:latin typeface="Arial"/>
              </a:rPr>
              <a:t>Face to face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480560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AAAAA"/>
                </a:solidFill>
                <a:latin typeface="Arial"/>
              </a:rPr>
              <a:t>edit these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 Black"/>
              </a:rPr>
              <a:t>My World Cup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8138160" cy="9326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THIS CYCLE, I AM WORKING TO BECOME…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  <a:latin typeface="Arial"/>
              </a:rPr>
              <a:t>Write a single, honest sentence about the player you are building toward this World Cup cycle.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9424"/>
            <a:ext cx="260604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1  TECHNICAL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one technical skill I am committing to developing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Arial"/>
              </a:rPr>
              <a:t>e.g. First touch under pressure / PC strike / Defensive one-on-one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249424"/>
            <a:ext cx="260604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34086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2  TACTICAL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59689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one tactical behaviour I am building this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1089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Arial"/>
              </a:rPr>
              <a:t>e.g. Press trigger recognition / Off-ball positioning / Game reading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249424"/>
            <a:ext cx="260604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34086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3  MENTAL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9689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The mindset or mental habit I am deliberately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089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Arial"/>
              </a:rPr>
              <a:t>e.g. Reset speed after errors / Competing freely / Pressure as fuel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79392"/>
            <a:ext cx="81381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70831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NON-NEGOTIABLE THIS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35424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The standard I will hold no matter what — in training, on tour, in pressure moments: [Write it here]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What I Need From My Coaches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81381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2529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8C4CC"/>
                </a:solidFill>
                <a:latin typeface="Arial"/>
              </a:rPr>
              <a:t>  This page is yours to complete. Coaches will read it. Be honest — not what you think they want to hear.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82496"/>
            <a:ext cx="81381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During training, I perform best when coaches…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e.g. Trust me with decisions / Give me direct feedback / Challenge me / Give me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05456"/>
            <a:ext cx="81381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968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When things aren't going well, the most helpful thing a coach can do is…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260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e.g. Quiet direct word / Challenge me back / Give space to reset / Reassure 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81381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198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The thing I find hardest to say to a coach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4904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Be honest. This builds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51376"/>
            <a:ext cx="81381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2428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This World Cup cycle, the most important thing I need from this coaching group is…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One sentence. Make it specific.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"/>
            <a:ext cx="36576" cy="20116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spc="300">
                <a:solidFill>
                  <a:srgbClr val="B8C4CC"/>
                </a:solidFill>
                <a:latin typeface="Arial"/>
              </a:rPr>
              <a:t>MY PERFORMANCE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This Camp / This Tournament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Arial"/>
              </a:rPr>
              <a:t>Update this page before each camp. Bring it to your first 1:1.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3657600" cy="43891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CAMPAIGN /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[Campaign name &amp; date]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75104"/>
            <a:ext cx="81381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7909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#1 FOCUS FOR THIS CAMP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One priority — technical, tactical, or mental. Not three.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16352"/>
            <a:ext cx="39319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07792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HOW I'M ARRIVING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Physical &amp; mental honest self-assessment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816352"/>
            <a:ext cx="393192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907792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I WANT FROM THIS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8211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What do I need from teammates and coaches?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2514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WHAT I COMMIT TO GIVING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What can this group count on from me?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657600"/>
            <a:ext cx="2514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79" y="3749039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TOURNAMENT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Specific and measurable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657600"/>
            <a:ext cx="265176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39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spc="200">
                <a:solidFill>
                  <a:srgbClr val="B8C4CC"/>
                </a:solidFill>
                <a:latin typeface="Arial"/>
              </a:rPr>
              <a:t>MY RECOVERY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Arial"/>
              </a:rPr>
              <a:t>How will I manage energy between games?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How To Use This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C8C8C8"/>
                </a:solidFill>
                <a:latin typeface="Arial"/>
              </a:rPr>
              <a:t>This is not a coach's document. It's yours.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438912" cy="47548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99616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Complete it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5564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C8C8"/>
                </a:solidFill>
                <a:latin typeface="Arial"/>
              </a:rPr>
              <a:t>Go through each section and replace the prompts with your actual answers. Don't write what sounds impressive — write what's true.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438912" cy="47548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Arial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Bring it to your 1:1s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C8C8"/>
                </a:solidFill>
                <a:latin typeface="Arial"/>
              </a:rPr>
              <a:t>Before each camp, update the 'This Camp' page and bring it to your first conversation with your coach. Lead that conversation.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438912" cy="47548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Arial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26080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Update it after each campaign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8211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C8C8"/>
                </a:solidFill>
                <a:latin typeface="Arial"/>
              </a:rPr>
              <a:t>Your profile should evolve. After each tournament, review it. What changed? What did you learn about yourself under pressure?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21024"/>
            <a:ext cx="438912" cy="47548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21024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Arial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9312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Use it for self-management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953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C8C8"/>
                </a:solidFill>
                <a:latin typeface="Arial"/>
              </a:rPr>
              <a:t>When you're not performing well, come back to slides 3 and 4. Are your optimal conditions present? What's the disruption? What's your reset?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34256"/>
            <a:ext cx="438912" cy="47548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34256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0D"/>
                </a:solidFill>
                <a:latin typeface="Arial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52544"/>
            <a:ext cx="7589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Share what's useful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0857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C8C8"/>
                </a:solidFill>
                <a:latin typeface="Arial"/>
              </a:rPr>
              <a:t>If something on this profile would help a teammate or the coaches work with you better — share it directly. Don't wait.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