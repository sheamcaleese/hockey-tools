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60" d="100"/>
          <a:sy n="160" d="100"/>
        </p:scale>
        <p:origin x="2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PCD GAME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68680"/>
            <a:ext cx="850392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PLAYER COACHING
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2212848"/>
            <a:ext cx="3200400" cy="274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2331720"/>
            <a:ext cx="85039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>
                <a:solidFill>
                  <a:srgbClr val="C8C8C8"/>
                </a:solidFill>
                <a:latin typeface="Calibri"/>
              </a:rPr>
              <a:t>[Player Name]  |  Game [#] vs [OPPONENT]  |  [DATE]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45770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AAAAAA"/>
                </a:solidFill>
                <a:latin typeface="Calibri"/>
              </a:rPr>
              <a:t>Complete before each game. Draw from current form data and player profile.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6863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BLACK STICKS 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CURRENT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Game [#] vs [OPPONENT]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2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Where They Are Right 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280160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LAST GAME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17904"/>
            <a:ext cx="8010144" cy="3383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How did they go? 2–3 specific observations.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66543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066543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176272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PHYSICAL / ENERGY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14015"/>
            <a:ext cx="8010144" cy="3383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How are they presenting physically? Are they fresh, loaded, managing anything?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62656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962656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072384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MENTAL / CONFIDENCE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310128"/>
            <a:ext cx="8010144" cy="3383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High, stable, or fragile? Any recent stressors or wins to know about?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58768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858768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3968496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KEY DATA 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206240"/>
            <a:ext cx="8010144" cy="3383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One piece of objective data — stat, GPS, or visual observation that matters this week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GAME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Game [#] vs [OPPONENT]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3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I Need From Them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70432"/>
            <a:ext cx="8229600" cy="1005840"/>
          </a:xfrm>
          <a:prstGeom prst="rect">
            <a:avLst/>
          </a:prstGeom>
          <a:solidFill>
            <a:srgbClr val="141414"/>
          </a:solidFill>
          <a:ln w="19050">
            <a:solidFill>
              <a:srgbClr val="B8C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170432"/>
            <a:ext cx="73152" cy="100584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325880"/>
            <a:ext cx="78638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1">
                <a:solidFill>
                  <a:srgbClr val="FFFFFF"/>
                </a:solidFill>
                <a:latin typeface="Calibri"/>
              </a:rPr>
              <a:t>[ Their #1 focus for this game — specific to their role and the game plan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822960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36576" cy="7132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TECHNICAL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679191"/>
            <a:ext cx="8010144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One specific technical priority in their role for this game 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822960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36576" cy="7132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310128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TACTICAL 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547872"/>
            <a:ext cx="8010144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One specific tactical behaviour linked to the game plan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69079"/>
            <a:ext cx="8229600" cy="713232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069079"/>
            <a:ext cx="36576" cy="713232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4178807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ATTITUDE / CULTURE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416551"/>
            <a:ext cx="8010144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What leadership or character quality do I want from them today?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PRE-GAME CONVERSATION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Game [#] vs [OPPONENT]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4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Before The Game — Talking 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07008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1316736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OPEN WITH (check-in)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54480"/>
            <a:ext cx="8010144" cy="3383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Quick personal check: 'How are you feeling?' — listen for their energy level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212848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PRIME THEM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50591"/>
            <a:ext cx="8010144" cy="3383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Land their game focus + a specific positive about their recent form 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99232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2999232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6928" y="3108960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ONE COACHING CUE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346704"/>
            <a:ext cx="8010144" cy="3383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One technical or tactical reminder. Only one. 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95344"/>
            <a:ext cx="8229600" cy="749808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895344"/>
            <a:ext cx="36576" cy="749808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4005072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CLOSE WITH BELIEF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242816"/>
            <a:ext cx="8010144" cy="3383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End with a statement of belief — not generic, specific to them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[PLAYER NAME]  |  POST-GAME CHECK-IN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AAAAAA"/>
                </a:solidFill>
                <a:latin typeface="Calibri"/>
              </a:rPr>
              <a:t>Game [#] vs [OPPONENT]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485089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Calibri"/>
              </a:rPr>
              <a:t>5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8508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Calibri"/>
              </a:rPr>
              <a:t>HNZ | VBSM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After The Game —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AAAAAA"/>
                </a:solidFill>
                <a:latin typeface="Calibri"/>
              </a:rPr>
              <a:t>Complete within 2 hours of final whistle while observations are fresh.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6576" cy="96012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527048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DID THEY EXECUTE THE FOCUS?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764792"/>
            <a:ext cx="80101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Yes / Partially / No — and what you saw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32888"/>
            <a:ext cx="822960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532888"/>
            <a:ext cx="36576" cy="96012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2642616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KEY COACHING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880360"/>
            <a:ext cx="80101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One specific moment or pattern worth capturing for their profile update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48456"/>
            <a:ext cx="8229600" cy="960120"/>
          </a:xfrm>
          <a:prstGeom prst="rect">
            <a:avLst/>
          </a:prstGeom>
          <a:solidFill>
            <a:srgbClr val="1A1A1A"/>
          </a:solidFill>
          <a:ln w="6350">
            <a:solidFill>
              <a:srgbClr val="2E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648456"/>
            <a:ext cx="36576" cy="960120"/>
          </a:xfrm>
          <a:prstGeom prst="rect">
            <a:avLst/>
          </a:prstGeom>
          <a:solidFill>
            <a:srgbClr val="B8C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801014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B8C4CC"/>
                </a:solidFill>
                <a:latin typeface="Calibri"/>
              </a:rPr>
              <a:t>WHAT THEY NEED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995928"/>
            <a:ext cx="8010144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C8C8C8"/>
                </a:solidFill>
                <a:latin typeface="Calibri"/>
              </a:rPr>
              <a:t>[ What should we prioritise in the next session or 1:1 based on today?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418</Words>
  <Application>Microsoft Macintosh PowerPoint</Application>
  <PresentationFormat>On-screen Show (16:9)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Shea McAleese</cp:lastModifiedBy>
  <cp:revision>1</cp:revision>
  <dcterms:created xsi:type="dcterms:W3CDTF">2013-01-27T09:14:16Z</dcterms:created>
  <dcterms:modified xsi:type="dcterms:W3CDTF">2026-03-12T10:03:12Z</dcterms:modified>
  <cp:category/>
</cp:coreProperties>
</file>