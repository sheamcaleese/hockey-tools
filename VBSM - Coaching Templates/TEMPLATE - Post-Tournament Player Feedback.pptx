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PERFORMANCE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POST-TOURNAMENT
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12848"/>
            <a:ext cx="3200400" cy="274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331720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C8C8C8"/>
                </a:solidFill>
                <a:latin typeface="Calibri"/>
              </a:rPr>
              <a:t>[Player Name]  |  [Tournament]  |  [Dates]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4577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One per player. Complete within 5 days of tournament 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6863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BLACK STICKS 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PERFORMANCE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[TOURNAMENT]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2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Tournament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192024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9844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C4CC"/>
                </a:solidFill>
                <a:latin typeface="Calibri"/>
              </a:rPr>
              <a:t>GAMES PLAYED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[ #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207008"/>
            <a:ext cx="192024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29844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C4CC"/>
                </a:solidFill>
                <a:latin typeface="Calibri"/>
              </a:rPr>
              <a:t>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57276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[ #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207008"/>
            <a:ext cx="192024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129844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C4CC"/>
                </a:solidFill>
                <a:latin typeface="Calibri"/>
              </a:rPr>
              <a:t>GOALS / ASSISTS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157276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[ # / #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59" y="1207008"/>
            <a:ext cx="192024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7999" y="129844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C4CC"/>
                </a:solidFill>
                <a:latin typeface="Calibri"/>
              </a:rPr>
              <a:t>OVERALL RATING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999" y="157276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[ 1–10 ]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0428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OVERALL NARRATIVE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05456"/>
            <a:ext cx="8229600" cy="14813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633472"/>
            <a:ext cx="795527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[ 3–4 sentences. Honest, specific, and fair. Set the frame for the detailed feedback below.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WHAT 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[TOURNAMENT]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3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Strengths This Tournament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Be specific. Name the moments. Connect to their focus areas.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457200" cy="86868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457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Calibr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417320"/>
            <a:ext cx="777240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554480"/>
            <a:ext cx="74980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Specific strength or moment. What did they do well and why did it matter?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32888"/>
            <a:ext cx="457200" cy="86868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32888"/>
            <a:ext cx="457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532888"/>
            <a:ext cx="777240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670048"/>
            <a:ext cx="74980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Specific strength or moment. What did they do well and why did it matter?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48456"/>
            <a:ext cx="457200" cy="86868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48456"/>
            <a:ext cx="457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648456"/>
            <a:ext cx="777240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85616"/>
            <a:ext cx="74980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Specific strength or moment. What did they do well and why did it matter?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DEVELOPMENT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[TOURNAMENT]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4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Must Develop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Evidence-based. Not character — behaviour. What specifically needs to change?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457200" cy="86868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457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Calibr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417320"/>
            <a:ext cx="777240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554480"/>
            <a:ext cx="74980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Specific area to develop. What is the gap and what is the standard required?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32888"/>
            <a:ext cx="457200" cy="86868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32888"/>
            <a:ext cx="457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532888"/>
            <a:ext cx="777240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670048"/>
            <a:ext cx="74980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Specific area to develop. What is the gap and what is the standard required?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48456"/>
            <a:ext cx="457200" cy="868680"/>
          </a:xfrm>
          <a:prstGeom prst="rect">
            <a:avLst/>
          </a:prstGeom>
          <a:solidFill>
            <a:srgbClr val="D4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48456"/>
            <a:ext cx="457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648456"/>
            <a:ext cx="777240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85616"/>
            <a:ext cx="74980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Specific area to develop. What is the gap and what is the standard required?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KEY INSIGHT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[TOURNAMENT]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5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Insight That Matters Most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8229600" cy="1234440"/>
          </a:xfrm>
          <a:prstGeom prst="rect">
            <a:avLst/>
          </a:prstGeom>
          <a:solidFill>
            <a:srgbClr val="141414"/>
          </a:solidFill>
          <a:ln w="19050">
            <a:solidFill>
              <a:srgbClr val="D4A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73152" cy="123444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2588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[ The single most important thing this player needs to understand about where they are — and where they need to go.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FOCUS FOR NEXT BLOCK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9776"/>
            <a:ext cx="3931920" cy="14813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07792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What is the one thing they need to commit to in the next training block? Specific and measurable.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7860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AGREED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779776"/>
            <a:ext cx="4023360" cy="14813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90779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□  [ Action 1 ]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34670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□  [ Action 2 ]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785616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□  [ Action 3 ]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1:1 CONVERSATION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[TOURNAMENT]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6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To Have This Conversation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1673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OPEN WITH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54480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Start with their perspective: 'How did you feel the tournament went overall?'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1284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REINFORCE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50591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Land the strength. 'One thing I saw that I want to name is...'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99232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999232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0896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346704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Surface the development area. 'The thing I need to see shift is...'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95344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895344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005072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CLOSE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242816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Agree one action. 'What are you committing to before the next camp?'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