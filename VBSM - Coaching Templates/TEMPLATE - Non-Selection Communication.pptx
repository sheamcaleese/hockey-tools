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SELECTION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NON-SELECTION
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[Player Name]  |  [Tournament / Event]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Prepare this before every conversation. Never deliver non-selection without a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 /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Decision — Clear and Unambiguous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914400"/>
          </a:xfrm>
          <a:prstGeom prst="rect">
            <a:avLst/>
          </a:prstGeom>
          <a:solidFill>
            <a:srgbClr val="180808"/>
          </a:solidFill>
          <a:ln w="19050">
            <a:solidFill>
              <a:srgbClr val="D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73152" cy="91440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8988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Calibri"/>
              </a:rPr>
              <a:t>[ State the decision plainly. No softening language that creates ambiguity. One sentence.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RATIONALE — PRIMARY REASON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41448"/>
            <a:ext cx="8229600" cy="11430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78608"/>
            <a:ext cx="79552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The main evidence-based reason for non-selection. Behaviour, not character. Specific, not vague.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SUPPORTING EVIDENCE (optional — use if challenged)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04487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416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[ 1–2 additional data points. Have these ready but don't lead with them.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 /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Needs To Change For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91440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THE SPECIFIC STANDARD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does 'selected' look like? What behaviours, outputs, or qualities need to be present?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36576" cy="91440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1401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THE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51760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When is the next selection opportunity? What is the review point? Be precise.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0156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01568"/>
            <a:ext cx="36576" cy="91440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51129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WILL SUCCESS LOOK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49039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will you both know they've made the required shift?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THE SUPPORT WE WILL PROVIDE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 /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We're Backing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Non-selection is not abandonment. Be specific about what you're offering.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6576" cy="713232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2704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CONTINUED ACCESS TO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6479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Will they train with the group? How often?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36576" cy="713232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1:1 COACHING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3347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specific coaching time or focus are you committing to?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36576" cy="713232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6440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RESOURCE / REFERRAL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50215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Skills coach, sports psychologist, video review, etc.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59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59"/>
            <a:ext cx="36576" cy="713232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133087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NEXT CHECK-IN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370831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When will you formally review progress together?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CONVERSATION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 / EVENT]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Running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Prepare. Deliver clearly. Listen generously. Close with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36576" cy="4572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7160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OPEN (Set the tone)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609343"/>
            <a:ext cx="8010144" cy="4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'I want to be straight with you and I want to do it with respect...'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36576" cy="4572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93852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DELIVER 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76272"/>
            <a:ext cx="8010144" cy="4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State it clearly. Pause. Let them process.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395728"/>
            <a:ext cx="36576" cy="4572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50545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EXPLAIN THE RATIONALE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743200"/>
            <a:ext cx="8010144" cy="4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Specific, evidence-based. 'The reason is...'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62656"/>
            <a:ext cx="8229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62656"/>
            <a:ext cx="36576" cy="4572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072384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SHARE THE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310127"/>
            <a:ext cx="8010144" cy="4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'Here's what I need to see...' and 'Here's the timeline...'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9584"/>
            <a:ext cx="8229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29584"/>
            <a:ext cx="36576" cy="4572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639312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OFFER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877056"/>
            <a:ext cx="8010144" cy="4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'Here's what we're committing to for you...'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96512"/>
            <a:ext cx="8229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96512"/>
            <a:ext cx="36576" cy="4572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20624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CLOSE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443984"/>
            <a:ext cx="8010144" cy="4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Ask: 'What questions do you have?' — sit with silence if needed.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