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68680"/>
            <a:ext cx="8503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PLAYER PROFILE
UPDATE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212848"/>
            <a:ext cx="3200400" cy="2743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331720"/>
            <a:ext cx="8503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C8C8C8"/>
                </a:solidFill>
                <a:latin typeface="Calibri"/>
              </a:rPr>
              <a:t>Post-Camp / Post-Tournament Profile Refresh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45770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Run this process within one week of every camp or tournament. Time required: 30 min.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68630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BLACK STICKS MEN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PROFILE UPDATE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Post: [CAMP / TOURNAMENT NAME]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2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5-Step Update Cycle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960120" cy="56692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960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0D0D"/>
                </a:solidFill>
                <a:latin typeface="Calibri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44752" y="1170432"/>
            <a:ext cx="731520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72768" y="121615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SEND SURVEY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1463040"/>
            <a:ext cx="7040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8C8C8"/>
                </a:solidFill>
                <a:latin typeface="Calibri"/>
              </a:rPr>
              <a:t>Players complete a short 5-question reflection within 48 hours of camp end.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74519"/>
            <a:ext cx="960120" cy="56692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74519"/>
            <a:ext cx="960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0D0D"/>
                </a:solidFill>
                <a:latin typeface="Calibr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44752" y="1874519"/>
            <a:ext cx="731520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72768" y="1920239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REVIEW RESPONSES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2167127"/>
            <a:ext cx="7040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8C8C8"/>
                </a:solidFill>
                <a:latin typeface="Calibri"/>
              </a:rPr>
              <a:t>Read each response. Cross-reference with your own coaching observations.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78608"/>
            <a:ext cx="960120" cy="56692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578608"/>
            <a:ext cx="960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0D0D"/>
                </a:solidFill>
                <a:latin typeface="Calibri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4752" y="2578608"/>
            <a:ext cx="731520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72768" y="262432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UPDATE PROFILES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2871216"/>
            <a:ext cx="7040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8C8C8"/>
                </a:solidFill>
                <a:latin typeface="Calibri"/>
              </a:rPr>
              <a:t>Amend the coach-authored profile. Flag any significant shifts.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82696"/>
            <a:ext cx="960120" cy="56692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82696"/>
            <a:ext cx="960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0D0D"/>
                </a:solidFill>
                <a:latin typeface="Calibri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44752" y="3282696"/>
            <a:ext cx="731520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72768" y="3328415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1:1 CONFIRMATION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3575303"/>
            <a:ext cx="7040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8C8C8"/>
                </a:solidFill>
                <a:latin typeface="Calibri"/>
              </a:rPr>
              <a:t>Ask one question in the next 1:1 to verify what you've updated.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86784"/>
            <a:ext cx="960120" cy="56692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986784"/>
            <a:ext cx="960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0D0D"/>
                </a:solidFill>
                <a:latin typeface="Calibri"/>
              </a:rPr>
              <a:t>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44752" y="3986784"/>
            <a:ext cx="731520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72768" y="4032504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FILE &amp; SHARE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72768" y="4279392"/>
            <a:ext cx="7040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8C8C8"/>
                </a:solidFill>
                <a:latin typeface="Calibri"/>
              </a:rPr>
              <a:t>Archive previous version. Save updated version. Distribute if relevant.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STEP 1 — SEND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Within 48 Hours of Camp/Tournament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3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Post-Camp Player Reflection Survey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5 questions. 10 minutes. Sent via group message with personal note.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457200" cy="56692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457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D0D0D"/>
                </a:solidFill>
                <a:latin typeface="Calibri"/>
              </a:rPr>
              <a:t>Q1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1389888"/>
            <a:ext cx="7744968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527048"/>
            <a:ext cx="7452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Calibri"/>
              </a:rPr>
              <a:t>What was your biggest personal win from this camp / tournament?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457200" cy="56692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03120"/>
            <a:ext cx="457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D0D0D"/>
                </a:solidFill>
                <a:latin typeface="Calibri"/>
              </a:rPr>
              <a:t>Q2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" y="2103120"/>
            <a:ext cx="7744968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2240279"/>
            <a:ext cx="7452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Calibri"/>
              </a:rPr>
              <a:t>What frustrated you most — about yourself or the environment?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16352"/>
            <a:ext cx="457200" cy="56692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816352"/>
            <a:ext cx="457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D0D0D"/>
                </a:solidFill>
                <a:latin typeface="Calibri"/>
              </a:rPr>
              <a:t>Q3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1832" y="2816352"/>
            <a:ext cx="7744968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2953512"/>
            <a:ext cx="7452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Calibri"/>
              </a:rPr>
              <a:t>What changed for you this camp? (Belief, understanding, skill, relationships)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29584"/>
            <a:ext cx="457200" cy="56692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529584"/>
            <a:ext cx="457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D0D0D"/>
                </a:solidFill>
                <a:latin typeface="Calibri"/>
              </a:rPr>
              <a:t>Q4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" y="3529584"/>
            <a:ext cx="7744968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666744"/>
            <a:ext cx="7452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Calibri"/>
              </a:rPr>
              <a:t>What do you need more of from the coaching group in the next block?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42816"/>
            <a:ext cx="457200" cy="56692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242816"/>
            <a:ext cx="457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D0D0D"/>
                </a:solidFill>
                <a:latin typeface="Calibri"/>
              </a:rPr>
              <a:t>Q5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2" y="4242816"/>
            <a:ext cx="7744968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4379976"/>
            <a:ext cx="7452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Calibri"/>
              </a:rPr>
              <a:t>Is there anything in your profile that no longer feels accurate? What would you change?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STEP 2 — REVIEW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Cross-Reference With Your Observations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4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To Look For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07008"/>
            <a:ext cx="36576" cy="749808"/>
          </a:xfrm>
          <a:prstGeom prst="rect">
            <a:avLst/>
          </a:prstGeom>
          <a:solidFill>
            <a:srgbClr val="D4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16736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PATTERN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554480"/>
            <a:ext cx="8010144" cy="338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Has anything shifted from the previous version of their profile? New triggers, changed motivation, different needs?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03120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36576" cy="749808"/>
          </a:xfrm>
          <a:prstGeom prst="rect">
            <a:avLst/>
          </a:prstGeom>
          <a:solidFill>
            <a:srgbClr val="D4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212848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ALIGNMENT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450591"/>
            <a:ext cx="8010144" cy="338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Does their self-perception match what you're observing? If there's a gap — that's your coaching conversation.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99232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999232"/>
            <a:ext cx="36576" cy="749808"/>
          </a:xfrm>
          <a:prstGeom prst="rect">
            <a:avLst/>
          </a:prstGeom>
          <a:solidFill>
            <a:srgbClr val="D4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10896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EMERGING THEMES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346704"/>
            <a:ext cx="8010144" cy="338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Are multiple players raising similar themes? That's team culture feedback, not individual data.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95344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895344"/>
            <a:ext cx="36576" cy="749808"/>
          </a:xfrm>
          <a:prstGeom prst="rect">
            <a:avLst/>
          </a:prstGeom>
          <a:solidFill>
            <a:srgbClr val="D4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005072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RED FLAGS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242816"/>
            <a:ext cx="8010144" cy="338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Any responses that signal a player is struggling — off-field stressors, isolation, confidence collapse?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STEP 3 — UPDATE THE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What to Amend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5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Profile Sections to 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3931920" cy="86868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70432"/>
            <a:ext cx="36576" cy="86868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280160"/>
            <a:ext cx="37124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WHO I AM AT MY BEST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517904"/>
            <a:ext cx="3712463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Has their peak performance state description changed?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94560"/>
            <a:ext cx="3931920" cy="86868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194560"/>
            <a:ext cx="36576" cy="86868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304288"/>
            <a:ext cx="37124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WHAT DRIVES 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542032"/>
            <a:ext cx="3712463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Motivation shift? New priorities or changed ranking?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18688"/>
            <a:ext cx="3931920" cy="86868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18688"/>
            <a:ext cx="36576" cy="86868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328416"/>
            <a:ext cx="37124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OPTIMAL CONDITIONS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566160"/>
            <a:ext cx="3712463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New rituals, changed environment preferences, warm-up evolution?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1170432"/>
            <a:ext cx="3931920" cy="86868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0" y="1170432"/>
            <a:ext cx="36576" cy="86868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4608" y="1280160"/>
            <a:ext cx="37124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WHAT DISRUPTS 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1517904"/>
            <a:ext cx="3712463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New stressors identified? Old triggers resolved? 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2194560"/>
            <a:ext cx="3931920" cy="86868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54880" y="2194560"/>
            <a:ext cx="36576" cy="86868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8" y="2304288"/>
            <a:ext cx="37124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WORLD CUP FOCUS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64608" y="2542032"/>
            <a:ext cx="3712463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Progress update, new goals, refined target? 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3218688"/>
            <a:ext cx="3931920" cy="86868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3218688"/>
            <a:ext cx="36576" cy="86868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64608" y="3328416"/>
            <a:ext cx="37124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WHAT I NEED FROM COACHES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4608" y="3566160"/>
            <a:ext cx="3712463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Any direct feedback from Q4 of the survey?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STEP 4 — 1:1 CONFIRMATION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One Question. First 1:1 After Camp.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6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Verification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8229600" cy="1097280"/>
          </a:xfrm>
          <a:prstGeom prst="rect">
            <a:avLst/>
          </a:prstGeom>
          <a:solidFill>
            <a:srgbClr val="141414"/>
          </a:solidFill>
          <a:ln w="1905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70432"/>
            <a:ext cx="73152" cy="109728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325880"/>
            <a:ext cx="786384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"I've updated your profile after reading your survey. Before I file it, I want to ask you: Is there anything in how I see you that you think I'm getting wrong?"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WHY THIS QUESTION MATTERS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97480"/>
            <a:ext cx="320040" cy="43891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3200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770632"/>
            <a:ext cx="7772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Calibri"/>
              </a:rPr>
              <a:t>It transfers ownership of the profile back to the athlete — they correct you, not you dictate to them.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46120"/>
            <a:ext cx="320040" cy="43891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46120"/>
            <a:ext cx="3200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319272"/>
            <a:ext cx="7772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Calibri"/>
              </a:rPr>
              <a:t>It creates a culture of honest two-way dialogue.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94760"/>
            <a:ext cx="320040" cy="43891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94760"/>
            <a:ext cx="3200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867912"/>
            <a:ext cx="7772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Calibri"/>
              </a:rPr>
              <a:t>It catches your blind spots as a coach before they become assumptions.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43400"/>
            <a:ext cx="320040" cy="43891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343400"/>
            <a:ext cx="3200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416552"/>
            <a:ext cx="7772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Calibri"/>
              </a:rPr>
              <a:t>It is the direct embodiment of 'architects of their own performance'.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STEP 5 — FILE &amp;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Archive and Distribute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7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Archiving &amp; Distribution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70432"/>
            <a:ext cx="36576" cy="59436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28016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ARCHIVE PREVIOUS 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517904"/>
            <a:ext cx="80101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Rename old profile with date suffix: e.g. 'Aidan Sarikaya — Profile v2 (Feb 26)' → move to Archive subfolder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01952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901952"/>
            <a:ext cx="36576" cy="59436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01168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SAVE UPDATED 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249424"/>
            <a:ext cx="80101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File as: '[Player Name] — Profile CURRENT.docx' in the Player Profiles folder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33472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633472"/>
            <a:ext cx="36576" cy="59436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74320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SHARE WITH PLAYER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980944"/>
            <a:ext cx="80101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Send them a copy of their updated profile. Ownership is the point.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64992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364992"/>
            <a:ext cx="36576" cy="59436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47472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SHARE WITH ASSISTANT COACHES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712464"/>
            <a:ext cx="80101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Distribute relevant sections if needed — especially coaching needs and game-day triggers 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096512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096512"/>
            <a:ext cx="36576" cy="59436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20624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LOG THE UPDATE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443984"/>
            <a:ext cx="80101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Add a row to the Player Profiles Update Log: Player, Date, What Changed, Version #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