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3610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Joe Morrison</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2B229FC6-5E58-D6DA-173F-75E3C2A092A6}"/>
              </a:ext>
            </a:extLst>
          </p:cNvPr>
          <p:cNvSpPr/>
          <p:nvPr/>
        </p:nvSpPr>
        <p:spPr>
          <a:xfrm>
            <a:off x="-596898" y="452628"/>
            <a:ext cx="3561577" cy="2201028"/>
          </a:xfrm>
          <a:custGeom>
            <a:avLst/>
            <a:gdLst/>
            <a:ahLst/>
            <a:cxnLst/>
            <a:rect l="l" t="t" r="r" b="b"/>
            <a:pathLst>
              <a:path w="12669992" h="8441382">
                <a:moveTo>
                  <a:pt x="0" y="0"/>
                </a:moveTo>
                <a:lnTo>
                  <a:pt x="12669992" y="0"/>
                </a:lnTo>
                <a:lnTo>
                  <a:pt x="12669992" y="8441382"/>
                </a:lnTo>
                <a:lnTo>
                  <a:pt x="0" y="8441382"/>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2026-03-14T08:06:12Z</dcterms:modified>
</cp:coreProperties>
</file>