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965"/>
    <p:restoredTop sz="94610"/>
  </p:normalViewPr>
  <p:slideViewPr>
    <p:cSldViewPr snapToGrid="0" snapToObjects="1">
      <p:cViewPr varScale="1">
        <p:scale>
          <a:sx n="95" d="100"/>
          <a:sy n="95" d="100"/>
        </p:scale>
        <p:origin x="111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754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Matt Ruetsch</a:t>
            </a:r>
            <a:endParaRPr lang="en-US" sz="2600" dirty="0"/>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49" name="Freeform 7">
            <a:extLst>
              <a:ext uri="{FF2B5EF4-FFF2-40B4-BE49-F238E27FC236}">
                <a16:creationId xmlns:a16="http://schemas.microsoft.com/office/drawing/2014/main" id="{78A73E1B-A1DA-9655-0594-E0E7212C0314}"/>
              </a:ext>
            </a:extLst>
          </p:cNvPr>
          <p:cNvSpPr/>
          <p:nvPr/>
        </p:nvSpPr>
        <p:spPr>
          <a:xfrm>
            <a:off x="-842806" y="400020"/>
            <a:ext cx="3982425" cy="2370612"/>
          </a:xfrm>
          <a:custGeom>
            <a:avLst/>
            <a:gdLst/>
            <a:ahLst/>
            <a:cxnLst/>
            <a:rect l="l" t="t" r="r" b="b"/>
            <a:pathLst>
              <a:path w="13658749" h="9100142">
                <a:moveTo>
                  <a:pt x="0" y="0"/>
                </a:moveTo>
                <a:lnTo>
                  <a:pt x="13658749" y="0"/>
                </a:lnTo>
                <a:lnTo>
                  <a:pt x="13658749" y="9100142"/>
                </a:lnTo>
                <a:lnTo>
                  <a:pt x="0" y="9100142"/>
                </a:lnTo>
                <a:lnTo>
                  <a:pt x="0" y="0"/>
                </a:lnTo>
                <a:close/>
              </a:path>
            </a:pathLst>
          </a:custGeom>
          <a:blipFill>
            <a:blip r:embed="rId3"/>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2</cp:revision>
  <dcterms:created xsi:type="dcterms:W3CDTF">2026-03-14T07:23:06Z</dcterms:created>
  <dcterms:modified xsi:type="dcterms:W3CDTF">2026-03-14T07:58:48Z</dcterms:modified>
</cp:coreProperties>
</file>