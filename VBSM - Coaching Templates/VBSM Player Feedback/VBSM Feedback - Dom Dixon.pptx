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1527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Dom Dixon</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937366BE-DCD2-DC1F-2D36-998FDA66E694}"/>
              </a:ext>
            </a:extLst>
          </p:cNvPr>
          <p:cNvSpPr/>
          <p:nvPr/>
        </p:nvSpPr>
        <p:spPr>
          <a:xfrm>
            <a:off x="-914401" y="98864"/>
            <a:ext cx="4206241" cy="2598043"/>
          </a:xfrm>
          <a:custGeom>
            <a:avLst/>
            <a:gdLst/>
            <a:ahLst/>
            <a:cxnLst/>
            <a:rect l="l" t="t" r="r" b="b"/>
            <a:pathLst>
              <a:path w="14832698" h="9882285">
                <a:moveTo>
                  <a:pt x="0" y="0"/>
                </a:moveTo>
                <a:lnTo>
                  <a:pt x="14832697" y="0"/>
                </a:lnTo>
                <a:lnTo>
                  <a:pt x="14832697" y="9882285"/>
                </a:lnTo>
                <a:lnTo>
                  <a:pt x="0" y="9882285"/>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2026-03-14T08:06:49Z</dcterms:modified>
</cp:coreProperties>
</file>