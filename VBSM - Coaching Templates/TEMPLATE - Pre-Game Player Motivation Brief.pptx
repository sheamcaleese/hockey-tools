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INDIVIDUAL GAME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PRE-GAME
MOTIVATION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12848"/>
            <a:ext cx="3200400" cy="274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Calibri"/>
              </a:rPr>
              <a:t>[Player Name]  |  Game [#] vs [OPPONENT]  |  [DATE]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77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One per player. Draw from their Athlete Profile. Time required: 5 min per player.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863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BLACK STICKS 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[POSITION]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2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WHAT DRIVES THIS PLAYER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704088"/>
            <a:ext cx="8229600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704088"/>
            <a:ext cx="64008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AAAAAA"/>
                </a:solidFill>
                <a:latin typeface="Calibri"/>
              </a:rPr>
              <a:t>[ Pull from profile: top 1-2 motivators — achievement, belonging, mastery, identity, etc.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THEIR PHRASE / ANCHOR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01368"/>
            <a:ext cx="82296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D4A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01368"/>
            <a:ext cx="64008" cy="64008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90195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  <a:latin typeface="Calibri"/>
              </a:rPr>
              <a:t>[ The personal phrase or word that puts them in their performance state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786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CURRENT FORM NOTE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79776"/>
            <a:ext cx="3931920" cy="11430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07792"/>
            <a:ext cx="36576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How they've been performing. Energy, confidence, any recent issues to acknowledge or build on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786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COACH MESSAGE FOR 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779776"/>
            <a:ext cx="4023360" cy="11430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907792"/>
            <a:ext cx="3749039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One targeted sentence for this player for this specific game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PERFORMANCE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Puts Them At Their Best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OPTIMAL CONDITIONS (from profile)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16736"/>
            <a:ext cx="3931920" cy="25146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44752"/>
            <a:ext cx="3639312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What they need to perform: environment, routine, social/solo time, how they warm up mentally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11556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WHAT DISRUPTS THEM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316736"/>
            <a:ext cx="4023360" cy="2514600"/>
          </a:xfrm>
          <a:prstGeom prst="rect">
            <a:avLst/>
          </a:prstGeom>
          <a:solidFill>
            <a:srgbClr val="1A1A1A"/>
          </a:solidFill>
          <a:ln w="6350">
            <a:solidFill>
              <a:srgbClr val="D4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444752"/>
            <a:ext cx="3749039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Triggers that knock them off — mistakes, crowd noise, poor first touch, physical confrontation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GAME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4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Their Intent For This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8229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6576" cy="9144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167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MY #1 FOCUS FOR THIS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54480"/>
            <a:ext cx="80101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is the one thing this player needs to prioritise in this game — from their World Cup focus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59152"/>
            <a:ext cx="8229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59152"/>
            <a:ext cx="36576" cy="9144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6888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IF I LOSE MY FLOW, I WILL...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06624"/>
            <a:ext cx="80101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Their reset routine — what do they do when they're off? Pull from profile.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93008"/>
            <a:ext cx="8229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93008"/>
            <a:ext cx="36576" cy="9144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6027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POST-GAME CHECK-IN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840480"/>
            <a:ext cx="80101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specific question to ask this player after the game to accelerate their reflection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