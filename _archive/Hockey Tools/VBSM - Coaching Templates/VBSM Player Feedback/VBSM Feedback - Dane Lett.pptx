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0377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Dane Lett</a:t>
            </a:r>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6EECAE4C-7BD1-3D09-8A95-3989C0B59E37}"/>
              </a:ext>
            </a:extLst>
          </p:cNvPr>
          <p:cNvSpPr/>
          <p:nvPr/>
        </p:nvSpPr>
        <p:spPr>
          <a:xfrm>
            <a:off x="-511386" y="-297833"/>
            <a:ext cx="3894666" cy="3695508"/>
          </a:xfrm>
          <a:custGeom>
            <a:avLst/>
            <a:gdLst/>
            <a:ahLst/>
            <a:cxnLst/>
            <a:rect l="l" t="t" r="r" b="b"/>
            <a:pathLst>
              <a:path w="15971630" h="10641099">
                <a:moveTo>
                  <a:pt x="0" y="0"/>
                </a:moveTo>
                <a:lnTo>
                  <a:pt x="15971630" y="0"/>
                </a:lnTo>
                <a:lnTo>
                  <a:pt x="15971630" y="10641099"/>
                </a:lnTo>
                <a:lnTo>
                  <a:pt x="0" y="10641099"/>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2026-03-14T08:07:52Z</dcterms:modified>
</cp:coreProperties>
</file>