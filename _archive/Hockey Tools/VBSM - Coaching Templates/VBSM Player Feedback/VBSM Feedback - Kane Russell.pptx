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85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Kane Russell</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50" name="Freeform 9">
            <a:extLst>
              <a:ext uri="{FF2B5EF4-FFF2-40B4-BE49-F238E27FC236}">
                <a16:creationId xmlns:a16="http://schemas.microsoft.com/office/drawing/2014/main" id="{5A0C4527-5133-CBE9-3A1F-0F9BCBC42BC4}"/>
              </a:ext>
            </a:extLst>
          </p:cNvPr>
          <p:cNvSpPr/>
          <p:nvPr/>
        </p:nvSpPr>
        <p:spPr>
          <a:xfrm>
            <a:off x="-274320" y="-222856"/>
            <a:ext cx="3108959" cy="2897745"/>
          </a:xfrm>
          <a:custGeom>
            <a:avLst/>
            <a:gdLst/>
            <a:ahLst/>
            <a:cxnLst/>
            <a:rect l="l" t="t" r="r" b="b"/>
            <a:pathLst>
              <a:path w="11561048" h="8858653">
                <a:moveTo>
                  <a:pt x="0" y="0"/>
                </a:moveTo>
                <a:lnTo>
                  <a:pt x="11561048" y="0"/>
                </a:lnTo>
                <a:lnTo>
                  <a:pt x="11561048" y="8858653"/>
                </a:lnTo>
                <a:lnTo>
                  <a:pt x="0" y="8858653"/>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3</cp:revision>
  <dcterms:created xsi:type="dcterms:W3CDTF">2026-03-14T07:23:06Z</dcterms:created>
  <dcterms:modified xsi:type="dcterms:W3CDTF">2026-03-14T08:10:32Z</dcterms:modified>
</cp:coreProperties>
</file>