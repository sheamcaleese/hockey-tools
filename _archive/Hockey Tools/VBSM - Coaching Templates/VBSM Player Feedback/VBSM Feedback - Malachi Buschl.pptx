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6078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Malachi </a:t>
            </a:r>
            <a:r>
              <a:rPr lang="en-US" sz="2600" b="1" i="1" dirty="0" err="1">
                <a:solidFill>
                  <a:srgbClr val="FFFFFF"/>
                </a:solidFill>
              </a:rPr>
              <a:t>Buschl</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BBDEE5B7-F1CD-F84F-309D-5CFF7C41473C}"/>
              </a:ext>
            </a:extLst>
          </p:cNvPr>
          <p:cNvSpPr/>
          <p:nvPr/>
        </p:nvSpPr>
        <p:spPr>
          <a:xfrm>
            <a:off x="-1133856" y="67248"/>
            <a:ext cx="4846320" cy="2718432"/>
          </a:xfrm>
          <a:custGeom>
            <a:avLst/>
            <a:gdLst/>
            <a:ahLst/>
            <a:cxnLst/>
            <a:rect l="l" t="t" r="r" b="b"/>
            <a:pathLst>
              <a:path w="15595875" h="10390751">
                <a:moveTo>
                  <a:pt x="0" y="0"/>
                </a:moveTo>
                <a:lnTo>
                  <a:pt x="15595875" y="0"/>
                </a:lnTo>
                <a:lnTo>
                  <a:pt x="15595875" y="10390751"/>
                </a:lnTo>
                <a:lnTo>
                  <a:pt x="0" y="10390751"/>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2026-03-14T08:02:40Z</dcterms:modified>
</cp:coreProperties>
</file>