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19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Brad Read</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BDF766B5-3933-0E92-B2AD-3AEF41111639}"/>
              </a:ext>
            </a:extLst>
          </p:cNvPr>
          <p:cNvSpPr/>
          <p:nvPr/>
        </p:nvSpPr>
        <p:spPr>
          <a:xfrm>
            <a:off x="228600" y="264138"/>
            <a:ext cx="1874520" cy="2485171"/>
          </a:xfrm>
          <a:custGeom>
            <a:avLst/>
            <a:gdLst/>
            <a:ahLst/>
            <a:cxnLst/>
            <a:rect l="l" t="t" r="r" b="b"/>
            <a:pathLst>
              <a:path w="7616149" h="9520186">
                <a:moveTo>
                  <a:pt x="0" y="0"/>
                </a:moveTo>
                <a:lnTo>
                  <a:pt x="7616149" y="0"/>
                </a:lnTo>
                <a:lnTo>
                  <a:pt x="7616149" y="9520186"/>
                </a:lnTo>
                <a:lnTo>
                  <a:pt x="0" y="9520186"/>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2026-03-14T08:00:54Z</dcterms:modified>
</cp:coreProperties>
</file>