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SELECTION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PUSH &amp; PULL
SELECTION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[Player Name]  |  [Selection Event]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Use this framework for all selection conversations. Honest, fair, 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CURRENT 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[SELECTION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They Are In The Picture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1920240" cy="658368"/>
          </a:xfrm>
          <a:prstGeom prst="rect">
            <a:avLst/>
          </a:prstGeom>
          <a:solidFill>
            <a:srgbClr val="141414"/>
          </a:solidFill>
          <a:ln w="25400">
            <a:solidFill>
              <a:srgbClr val="4C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CAF7A"/>
                </a:solidFill>
                <a:latin typeface="Calibri"/>
              </a:rPr>
              <a:t>SELECTED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207008"/>
            <a:ext cx="1920240" cy="658368"/>
          </a:xfrm>
          <a:prstGeom prst="rect">
            <a:avLst/>
          </a:prstGeom>
          <a:solidFill>
            <a:srgbClr val="141414"/>
          </a:solidFill>
          <a:ln w="254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207008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8C4CC"/>
                </a:solidFill>
                <a:latin typeface="Calibri"/>
              </a:rPr>
              <a:t>CONTENTION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07008"/>
            <a:ext cx="1920240" cy="658368"/>
          </a:xfrm>
          <a:prstGeom prst="rect">
            <a:avLst/>
          </a:prstGeom>
          <a:solidFill>
            <a:srgbClr val="141414"/>
          </a:solidFill>
          <a:ln w="25400">
            <a:solidFill>
              <a:srgbClr val="D4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07008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4A54A"/>
                </a:solidFill>
                <a:latin typeface="Calibri"/>
              </a:rPr>
              <a:t>ON NOTICE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1207008"/>
            <a:ext cx="1920240" cy="658368"/>
          </a:xfrm>
          <a:prstGeom prst="rect">
            <a:avLst/>
          </a:prstGeom>
          <a:solidFill>
            <a:srgbClr val="141414"/>
          </a:solidFill>
          <a:ln w="25400">
            <a:solidFill>
              <a:srgbClr val="D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1207008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45F5F"/>
                </a:solidFill>
                <a:latin typeface="Calibri"/>
              </a:rPr>
              <a:t>NOT SELECTED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38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← Circle or mark the relevant status above before the conversation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317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FRAMING STATEMENT FOR THIS CONVERSATION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32888"/>
            <a:ext cx="8229600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70048"/>
            <a:ext cx="795527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How will you open this conversation? One clear sentence that describes where they are in the picture and why you're having this discussion.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SELECTION PERIOD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04487"/>
            <a:ext cx="38404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05072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Tournament / squad selection date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033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PLAYERS AHEAD IN THIS POSITION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904487"/>
            <a:ext cx="402336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005072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Be honest if relevant to their pathway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PULL — WHAT'S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[SELECTION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11480"/>
            <a:ext cx="9144000" cy="868680"/>
          </a:xfrm>
          <a:prstGeom prst="rect">
            <a:avLst/>
          </a:prstGeom>
          <a:solidFill>
            <a:srgbClr val="0C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11480"/>
            <a:ext cx="109728" cy="86868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1148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4CAF7A"/>
                </a:solidFill>
                <a:latin typeface="Calibri"/>
              </a:rPr>
              <a:t>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8C8C8"/>
                </a:solidFill>
                <a:latin typeface="Calibri"/>
              </a:rPr>
              <a:t>The behaviours, standards, and qualities earning their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36576" cy="6858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2704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TECHNICAL /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6479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technical quality is keeping them in the picture? Be specific.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36576" cy="6858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5000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TACTICAL 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58775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Where are they adding tactical value to the team?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36576" cy="6858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17296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CHARACTER / CULTURE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41071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are they showing up off the ball? Leadership, standards, team contribution.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36576" cy="6858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99592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TRAJECTORY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23367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Are they improving? What evidence suggests upward movement?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PUSH — WHAT MUST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[SELECTION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11480"/>
            <a:ext cx="9144000" cy="868680"/>
          </a:xfrm>
          <a:prstGeom prst="rect">
            <a:avLst/>
          </a:prstGeom>
          <a:solidFill>
            <a:srgbClr val="20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11480"/>
            <a:ext cx="109728" cy="86868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1148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D45F5F"/>
                </a:solidFill>
                <a:latin typeface="Calibri"/>
              </a:rP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8C8C8"/>
                </a:solidFill>
                <a:latin typeface="Calibri"/>
              </a:rPr>
              <a:t>The specific gaps that are costing them selection. Evidence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36576" cy="68580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2704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PRIMARY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6479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The main thing standing between them and selection. Be direct.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36576" cy="68580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5000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SPECIFIC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58775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have you seen? Name the moments, not just the pattern.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36576" cy="68580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17296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REQUIRED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41071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does 'good enough' actually look like? What's the bar?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36576" cy="68580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99592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TIME 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233672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long do they have to demonstrate the required shift?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CONVERSATION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[SELECTION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Running The Conversation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1  SET THE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Open with respect and context. 'I want to have an honest conversation about where you are...'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2  LEAD WITH THE 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4942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Acknowledge what they're doing well first. Specific.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74320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3  NAME THE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8094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Be direct and evidence-based. 'The thing that's costing you is...'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6499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7472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4  AGREE THE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actions will they commit to? What will you commit to?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9651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0624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5  CLOSE WITH BELIEF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44398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End by expressing belief in their ability to make the shift — if you genuinely hold it.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AGREED ACTIONS &amp;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[SELECTION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Was Agreed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1615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PLAYER'S COMMITMENTS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What has the player agreed to do in the next block?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8229600" cy="411480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Player action 1: [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8229600" cy="411480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8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Player action 2: [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25496"/>
            <a:ext cx="8229600" cy="411480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71216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Player action 3: [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015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COACHING STAFF COMMITMENTS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02736"/>
            <a:ext cx="8229600" cy="411480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48456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Staff commitment 1: [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78224"/>
            <a:ext cx="8229600" cy="411480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23944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Staff commitment 2: [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360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REVIEW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