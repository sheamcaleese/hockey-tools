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2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GAME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FOCUS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vs [OPPONENT]  |  Game [#]  |  [DATE]  |  [VENUE]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Complete this template before each game. Time required: 20 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THIS GAME WE WIN ON...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4360"/>
            <a:ext cx="8229600" cy="2560320"/>
          </a:xfrm>
          <a:prstGeom prst="rect">
            <a:avLst/>
          </a:prstGeom>
          <a:solidFill>
            <a:srgbClr val="121212"/>
          </a:solidFill>
          <a:ln w="190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94360"/>
            <a:ext cx="73152" cy="25603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822960"/>
            <a:ext cx="7955279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[ Write the single unifying theme for this game in one bold sentence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OPPONENT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47872"/>
            <a:ext cx="384048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Key opponent strengths, threats, and tendencies to be aware of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OUR EDGE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547872"/>
            <a:ext cx="4114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365760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What we will do better than them today — specific and earned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FOCUS POINT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"/>
            <a:ext cx="822960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02920"/>
            <a:ext cx="64008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62179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[ e.g. Defensive Press — Trigger Early, Win It Back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93192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27632"/>
            <a:ext cx="36576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737360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IT LOOKS LIKE IN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37124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Describe the specific attacking behaviour we want to see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9105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PLAYER REMINDERS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792224"/>
            <a:ext cx="4023360" cy="221284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920240"/>
            <a:ext cx="3749039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Specific player names and what to remind them about this focus point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393192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36576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2898648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IT LOOKS LIKE IN DEFENCE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36391"/>
            <a:ext cx="37124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Describe the specific defensive behaviour we want to see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36576" cy="100584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13048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KEY CUE / TRIGGER PHRASE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1"/>
            <a:ext cx="8010144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phrase that reminds players of this focus in the moment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FOCUS POINT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"/>
            <a:ext cx="822960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02920"/>
            <a:ext cx="64008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62179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[ e.g. Ball Circulation — Two Options Before Release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93192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27632"/>
            <a:ext cx="36576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737360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IT LOOKS LIKE IN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37124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Describe the specific attacking behaviour we want to see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9105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PLAYER REMINDERS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792224"/>
            <a:ext cx="4023360" cy="221284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920240"/>
            <a:ext cx="3749039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Specific player names and what to remind them about this focus point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393192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36576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2898648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IT LOOKS LIKE IN DEFENCE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36391"/>
            <a:ext cx="37124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Describe the specific defensive behaviour we want to see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36576" cy="100584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13048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KEY CUE / TRIGGER PHRASE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1"/>
            <a:ext cx="8010144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phrase that reminds players of this focus in the moment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FOCUS POINT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5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"/>
            <a:ext cx="822960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02920"/>
            <a:ext cx="64008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62179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[ e.g. Set Pieces — Execute The Routine Clean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93192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27632"/>
            <a:ext cx="36576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737360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IT LOOKS LIKE IN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37124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Describe the specific attacking behaviour we want to see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9105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PLAYER REMINDERS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792224"/>
            <a:ext cx="4023360" cy="221284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920240"/>
            <a:ext cx="3749039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Specific player names and what to remind them about this focus point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393192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36576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2898648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IT LOOKS LIKE IN DEFENCE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36391"/>
            <a:ext cx="37124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Describe the specific defensive behaviour we want to see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36576" cy="100584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13048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KEY CUE / TRIGGER PHRASE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1"/>
            <a:ext cx="8010144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phrase that reminds players of this focus in the moment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FOCUS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6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"/>
            <a:ext cx="822960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02920"/>
            <a:ext cx="64008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62179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[ e.g. Culture — Energy, Noise, Intensity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93192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27632"/>
            <a:ext cx="36576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737360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IT LOOKS LIKE IN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37124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Describe the specific attacking behaviour we want to see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9105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PLAYER REMINDERS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792224"/>
            <a:ext cx="4023360" cy="221284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920240"/>
            <a:ext cx="3749039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Specific player names and what to remind them about this focus point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393192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36576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2898648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IT LOOKS LIKE IN DEFENCE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36391"/>
            <a:ext cx="37124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Describe the specific defensive behaviour we want to see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36576" cy="100584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13048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KEY CUE / TRIGGER PHRASE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1"/>
            <a:ext cx="8010144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phrase that reminds players of this focus in the moment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WE WILL WIN ON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7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We Win On These Four Things: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41148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Calibri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1188720"/>
            <a:ext cx="779068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1298448"/>
            <a:ext cx="7543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AAAAAA"/>
                </a:solidFill>
                <a:latin typeface="Calibri"/>
              </a:rPr>
              <a:t>[ Focus point summary — one line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41148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2103120"/>
            <a:ext cx="779068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2212848"/>
            <a:ext cx="7543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AAAAAA"/>
                </a:solidFill>
                <a:latin typeface="Calibri"/>
              </a:rPr>
              <a:t>[ Focus point summary — one line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41148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3017520"/>
            <a:ext cx="779068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7543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AAAAAA"/>
                </a:solidFill>
                <a:latin typeface="Calibri"/>
              </a:rPr>
              <a:t>[ Focus point summary — one line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41148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88620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Calibr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3886200"/>
            <a:ext cx="779068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995928"/>
            <a:ext cx="7543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AAAAAA"/>
                </a:solidFill>
                <a:latin typeface="Calibri"/>
              </a:rPr>
              <a:t>[ Focus point summary — one line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549</Words>
  <Application>Microsoft Macintosh PowerPoint</Application>
  <PresentationFormat>On-screen Show (16:9)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Shea McAleese</cp:lastModifiedBy>
  <cp:revision>1</cp:revision>
  <dcterms:created xsi:type="dcterms:W3CDTF">2013-01-27T09:14:16Z</dcterms:created>
  <dcterms:modified xsi:type="dcterms:W3CDTF">2026-03-12T10:02:25Z</dcterms:modified>
  <cp:category/>
</cp:coreProperties>
</file>