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"/>
            <a:ext cx="121615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</a:rPr>
              <a:t>BLACK STICKS MEN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CCCCC"/>
                </a:solidFill>
              </a:rPr>
              <a:t>PLAYER REVIEW  ·  CONFIDENTIAL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 /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Accountability  ·  Consistency  ·  Action  ·  ELV8 Performance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548640"/>
            <a:ext cx="3657600" cy="585216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548640"/>
            <a:ext cx="36576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6949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PLAYER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8961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[Player Name]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11480" y="1572768"/>
            <a:ext cx="3291840" cy="0"/>
          </a:xfrm>
          <a:prstGeom prst="line">
            <a:avLst/>
          </a:prstGeom>
          <a:noFill/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6642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POSITION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1847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[Position]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2139696"/>
            <a:ext cx="3291840" cy="0"/>
          </a:xfrm>
          <a:prstGeom prst="line">
            <a:avLst/>
          </a:prstGeom>
          <a:noFill/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3113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REVIEW PERIOD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414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[Tournament / Block Name]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1480" y="2743200"/>
            <a:ext cx="3291840" cy="0"/>
          </a:xfrm>
          <a:prstGeom prst="line">
            <a:avLst/>
          </a:prstGeom>
          <a:noFill/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346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OVERALL RATING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3072384"/>
            <a:ext cx="2926080" cy="237744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723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HIGH CONFIDENCE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383280"/>
            <a:ext cx="2926080" cy="237744"/>
          </a:xfrm>
          <a:prstGeom prst="rect">
            <a:avLst/>
          </a:prstGeom>
          <a:solidFill>
            <a:srgbClr val="E65100">
              <a:alpha val="3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832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</a:rPr>
              <a:t>BUILDING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694176"/>
            <a:ext cx="2926080" cy="237744"/>
          </a:xfrm>
          <a:prstGeom prst="rect">
            <a:avLst/>
          </a:prstGeom>
          <a:solidFill>
            <a:srgbClr val="B71C1C">
              <a:alpha val="30000"/>
            </a:srgbClr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94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</a:rPr>
              <a:t>NEEDS ATTENTION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4133088"/>
            <a:ext cx="3291840" cy="0"/>
          </a:xfrm>
          <a:prstGeom prst="line">
            <a:avLst/>
          </a:prstGeom>
          <a:noFill/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224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TRAJECTORY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4425696"/>
            <a:ext cx="100584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3A8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256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8A3E"/>
                </a:solidFill>
              </a:rPr>
              <a:t>↑
</a:t>
            </a:r>
            <a:endParaRPr lang="en-US" sz="1500" dirty="0"/>
          </a:p>
          <a:p>
            <a:pPr algn="ctr" indent="0" marL="0">
              <a:buNone/>
            </a:pPr>
            <a:r>
              <a:rPr lang="en-US" sz="700" b="1" spc="100" kern="0" dirty="0">
                <a:solidFill>
                  <a:srgbClr val="3A8A3E"/>
                </a:solidFill>
              </a:rPr>
              <a:t>IMPROVING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527048" y="4425696"/>
            <a:ext cx="1005840" cy="438912"/>
          </a:xfrm>
          <a:prstGeom prst="rect">
            <a:avLst/>
          </a:prstGeom>
          <a:solidFill>
            <a:srgbClr val="0A0A0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27048" y="44256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60B"/>
                </a:solidFill>
              </a:rPr>
              <a:t>→
</a:t>
            </a:r>
            <a:endParaRPr lang="en-US" sz="1500" dirty="0"/>
          </a:p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PLATEAUING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642616" y="4425696"/>
            <a:ext cx="1005840" cy="438912"/>
          </a:xfrm>
          <a:prstGeom prst="rect">
            <a:avLst/>
          </a:prstGeom>
          <a:solidFill>
            <a:srgbClr val="0A0A0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2616" y="44256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A3A"/>
                </a:solidFill>
              </a:rPr>
              <a:t>↓
</a:t>
            </a:r>
            <a:endParaRPr lang="en-US" sz="1500" dirty="0"/>
          </a:p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DECLINING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1480" y="49194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CCCC"/>
                </a:solidFill>
              </a:rPr>
              <a:t>[Key metric driving trajectory]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0" y="548640"/>
            <a:ext cx="7818120" cy="265176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0" y="548640"/>
            <a:ext cx="78181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0" y="69494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FOUNDATION STATEMENT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97680" y="950976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</a:rPr>
              <a:t>[Paste from AI output — 2-3 sentence summary of overall performance, anchored in data.]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0" y="3337560"/>
            <a:ext cx="3749040" cy="306324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14800" y="3337560"/>
            <a:ext cx="374904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0" y="34564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A3E"/>
                </a:solidFill>
              </a:rPr>
              <a:t>TOP STRENGTHS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97680" y="3730752"/>
            <a:ext cx="73152" cy="457200"/>
          </a:xfrm>
          <a:prstGeom prst="rect">
            <a:avLst/>
          </a:prstGeom>
          <a:solidFill>
            <a:srgbClr val="3A8A3E"/>
          </a:solidFill>
          <a:ln/>
        </p:spPr>
      </p:sp>
      <p:sp>
        <p:nvSpPr>
          <p:cNvPr id="45" name="Text 43"/>
          <p:cNvSpPr/>
          <p:nvPr/>
        </p:nvSpPr>
        <p:spPr>
          <a:xfrm>
            <a:off x="4462272" y="3730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[Strength 1 — data reference]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97680" y="4389120"/>
            <a:ext cx="73152" cy="457200"/>
          </a:xfrm>
          <a:prstGeom prst="rect">
            <a:avLst/>
          </a:prstGeom>
          <a:solidFill>
            <a:srgbClr val="3A8A3E"/>
          </a:solidFill>
          <a:ln/>
        </p:spPr>
      </p:sp>
      <p:sp>
        <p:nvSpPr>
          <p:cNvPr id="47" name="Text 45"/>
          <p:cNvSpPr/>
          <p:nvPr/>
        </p:nvSpPr>
        <p:spPr>
          <a:xfrm>
            <a:off x="4462272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[Strength 2 — data reference]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001000" y="3337560"/>
            <a:ext cx="3931920" cy="306324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001000" y="3337560"/>
            <a:ext cx="393192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0" name="Text 48"/>
          <p:cNvSpPr/>
          <p:nvPr/>
        </p:nvSpPr>
        <p:spPr>
          <a:xfrm>
            <a:off x="8183880" y="34564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3A3A"/>
                </a:solidFill>
              </a:rPr>
              <a:t>TOP FOCUS AREAS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83880" y="3730752"/>
            <a:ext cx="73152" cy="457200"/>
          </a:xfrm>
          <a:prstGeom prst="rect">
            <a:avLst/>
          </a:prstGeom>
          <a:solidFill>
            <a:srgbClr val="C93A3A"/>
          </a:solidFill>
          <a:ln/>
        </p:spPr>
      </p:sp>
      <p:sp>
        <p:nvSpPr>
          <p:cNvPr id="52" name="Text 50"/>
          <p:cNvSpPr/>
          <p:nvPr/>
        </p:nvSpPr>
        <p:spPr>
          <a:xfrm>
            <a:off x="8348472" y="37307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[Focus 1 — data reference]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83880" y="4389120"/>
            <a:ext cx="73152" cy="457200"/>
          </a:xfrm>
          <a:prstGeom prst="rect">
            <a:avLst/>
          </a:prstGeom>
          <a:solidFill>
            <a:srgbClr val="C93A3A"/>
          </a:solidFill>
          <a:ln/>
        </p:spPr>
      </p:sp>
      <p:sp>
        <p:nvSpPr>
          <p:cNvPr id="54" name="Text 52"/>
          <p:cNvSpPr/>
          <p:nvPr/>
        </p:nvSpPr>
        <p:spPr>
          <a:xfrm>
            <a:off x="8348472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[Focus 2 — data reference]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"/>
            <a:ext cx="121615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</a:rPr>
              <a:t>BLACK STICKS MEN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CCCCC"/>
                </a:solidFill>
              </a:rPr>
              <a:t>PLAYER REVIEW  ·  CONFIDENTIAL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 /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Accountability  ·  Consistency  ·  Action  ·  ELV8 Performance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5120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WHERE YOU STAND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804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88888"/>
                </a:solidFill>
              </a:rPr>
              <a:t>Strengths  ·  Work-Ons  ·  JD Alignment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005840"/>
            <a:ext cx="11704320" cy="0"/>
          </a:xfrm>
          <a:prstGeom prst="line">
            <a:avLst/>
          </a:prstGeom>
          <a:noFill/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115568"/>
            <a:ext cx="5577840" cy="416052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115568"/>
            <a:ext cx="557784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4358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A3E"/>
                </a:solidFill>
              </a:rPr>
              <a:t>STRENGTHS — GOING WELL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52120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591056"/>
            <a:ext cx="5212080" cy="237744"/>
          </a:xfrm>
          <a:prstGeom prst="rect">
            <a:avLst/>
          </a:prstGeom>
          <a:solidFill>
            <a:srgbClr val="0A0A0A"/>
          </a:solidFill>
          <a:ln w="12700">
            <a:solidFill>
              <a:srgbClr val="3A8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5910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 Strength 1 Title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186537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</a:rPr>
              <a:t>[Data-backed detail — paste from Claude Going Well output]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688336"/>
            <a:ext cx="5212080" cy="237744"/>
          </a:xfrm>
          <a:prstGeom prst="rect">
            <a:avLst/>
          </a:prstGeom>
          <a:solidFill>
            <a:srgbClr val="0A0A0A"/>
          </a:solidFill>
          <a:ln w="12700">
            <a:solidFill>
              <a:srgbClr val="3A8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883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 Strength 2 Title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96265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</a:rPr>
              <a:t>[Data-backed detail — specific to the game or block]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785616"/>
            <a:ext cx="5212080" cy="237744"/>
          </a:xfrm>
          <a:prstGeom prst="rect">
            <a:avLst/>
          </a:prstGeom>
          <a:solidFill>
            <a:srgbClr val="0A0A0A"/>
          </a:solidFill>
          <a:ln w="12700">
            <a:solidFill>
              <a:srgbClr val="3A8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856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 Strength 3 Title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05993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</a:rPr>
              <a:t>[Data-backed detail — reference metrics where possible]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115568"/>
            <a:ext cx="5897880" cy="416052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115568"/>
            <a:ext cx="58978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2435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WORK-ONS — DEVELOPMENT AREAS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1481328"/>
            <a:ext cx="54864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591056"/>
            <a:ext cx="457200" cy="8046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59105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15910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Work-On Title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1847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[Data evidence + positional link — from Claude output]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0" y="21031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AF37"/>
                </a:solidFill>
              </a:rPr>
              <a:t>[Coaching direction]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2688336"/>
            <a:ext cx="457200" cy="8046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268833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02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6560" y="26883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Work-On Title 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2944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[Data evidence + positional link — from Claude output]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0" y="32004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AF37"/>
                </a:solidFill>
              </a:rPr>
              <a:t>[Coaching direction]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17920" y="3785616"/>
            <a:ext cx="457200" cy="8046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7856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03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0" y="378561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Work-On Title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66560" y="4041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[Data evidence + positional link — from Claude output]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66560" y="42976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AF37"/>
                </a:solidFill>
              </a:rPr>
              <a:t>[Coaching direction]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5394960"/>
            <a:ext cx="11704320" cy="987552"/>
          </a:xfrm>
          <a:prstGeom prst="rect">
            <a:avLst/>
          </a:prstGeom>
          <a:solidFill>
            <a:srgbClr val="0A0A0A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5394960"/>
            <a:ext cx="11704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5449824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F37"/>
                </a:solidFill>
              </a:rPr>
              <a:t>JD ALIGNMENT — PERFORMING AGAINST THE ROLE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11480" y="566928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</a:rPr>
              <a:t>CLAIMED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11480" y="58155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CCCCCC"/>
                </a:solidFill>
              </a:rPr>
              <a:t>[Claim 1 from self-assessment]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30168" y="5760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8A3E"/>
                </a:solidFill>
              </a:rPr>
              <a:t>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270248" y="566928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</a:rPr>
              <a:t>CLAIMED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270248" y="58155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CCCCCC"/>
                </a:solidFill>
              </a:rPr>
              <a:t>[Claim 2 from self-assessment]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88936" y="5760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60B"/>
                </a:solidFill>
              </a:rPr>
              <a:t>~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129016" y="566928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</a:rPr>
              <a:t>CLAIMED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129016" y="58155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CCCCCC"/>
                </a:solidFill>
              </a:rPr>
              <a:t>[Claim 3 from self-assessment]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347704" y="5760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3A3A"/>
                </a:solidFill>
              </a:rPr>
              <a:t>✗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"/>
            <a:ext cx="1216152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</a:rPr>
              <a:t>BLACK STICKS MEN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CCCCC"/>
                </a:solidFill>
              </a:rPr>
              <a:t>PLAYER REVIEW  ·  CONFIDENTIAL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3000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3 /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Accountability  ·  Consistency  ·  Action  ·  ELV8 Performance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51206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YOUR PATH FORWARD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8046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88888"/>
                </a:solidFill>
              </a:rPr>
              <a:t>Needs Work  ·  Improvement Opportunities  ·  The Closing Message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005840"/>
            <a:ext cx="11704320" cy="0"/>
          </a:xfrm>
          <a:prstGeom prst="line">
            <a:avLst/>
          </a:prstGeom>
          <a:noFill/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115568"/>
            <a:ext cx="5029200" cy="384048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115568"/>
            <a:ext cx="50292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435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3A3A"/>
                </a:solidFill>
              </a:rPr>
              <a:t>NEEDS WORK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46634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591056"/>
            <a:ext cx="384048" cy="777240"/>
          </a:xfrm>
          <a:prstGeom prst="rect">
            <a:avLst/>
          </a:prstGeom>
          <a:solidFill>
            <a:srgbClr val="C93A3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591056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159105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[Priority 1 — paste from Claude Needs Work output. Specific, actionable, data-backed.]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560320"/>
            <a:ext cx="384048" cy="777240"/>
          </a:xfrm>
          <a:prstGeom prst="rect">
            <a:avLst/>
          </a:prstGeom>
          <a:solidFill>
            <a:srgbClr val="C93A3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6032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2560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[Priority 2 — paste from Claude Needs Work output. Specific, actionable, data-backed.]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529584"/>
            <a:ext cx="384048" cy="777240"/>
          </a:xfrm>
          <a:prstGeom prst="rect">
            <a:avLst/>
          </a:prstGeom>
          <a:solidFill>
            <a:srgbClr val="C93A3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529584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" y="35295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[Priority 3 — paste from Claude Needs Work output. Specific, actionable, data-backed.]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1115568"/>
            <a:ext cx="3840480" cy="384048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0680" y="1115568"/>
            <a:ext cx="38404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1243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IMPROVEMENT OPPORTUNITIES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23560" y="1481328"/>
            <a:ext cx="347472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1591056"/>
            <a:ext cx="3474720" cy="1371600"/>
          </a:xfrm>
          <a:prstGeom prst="rect">
            <a:avLst/>
          </a:prstGeom>
          <a:solidFill>
            <a:srgbClr val="0A0A0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3560" y="1591056"/>
            <a:ext cx="73152" cy="1371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5742432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↑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833872" y="1682496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[Opportunity 1 — forward-looking unlock from Claude output]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23560" y="3145536"/>
            <a:ext cx="3474720" cy="1371600"/>
          </a:xfrm>
          <a:prstGeom prst="rect">
            <a:avLst/>
          </a:prstGeom>
          <a:solidFill>
            <a:srgbClr val="0A0A0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23560" y="3145536"/>
            <a:ext cx="73152" cy="1371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4"/>
          <p:cNvSpPr/>
          <p:nvPr/>
        </p:nvSpPr>
        <p:spPr>
          <a:xfrm>
            <a:off x="5742432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↑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833872" y="3236976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CCCCC"/>
                </a:solidFill>
              </a:rPr>
              <a:t>[Opportunity 2 — forward-looking unlock from Claude output]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464040" y="1115568"/>
            <a:ext cx="2468880" cy="384048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464040" y="1115568"/>
            <a:ext cx="24688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0" y="12435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F37"/>
                </a:solidFill>
              </a:rPr>
              <a:t>ACA TRACKER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601200" y="1463040"/>
            <a:ext cx="21945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01200" y="1572768"/>
            <a:ext cx="475488" cy="4754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0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149840" y="1572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</a:rPr>
              <a:t>ACCOUNTABILITY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149840" y="17739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Closed loops? Feedback documented?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601200" y="2651760"/>
            <a:ext cx="475488" cy="4754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0149840" y="2651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</a:rPr>
              <a:t>CONSISTENCY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149840" y="2852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Performing to standard across the block?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601200" y="3730752"/>
            <a:ext cx="475488" cy="4754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1" name="Text 49"/>
          <p:cNvSpPr/>
          <p:nvPr/>
        </p:nvSpPr>
        <p:spPr>
          <a:xfrm>
            <a:off x="9601200" y="3730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10149840" y="3730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</a:rPr>
              <a:t>ACTION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014984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Time protected for key skills? Work-ons actioned?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5074920"/>
            <a:ext cx="11704320" cy="1298448"/>
          </a:xfrm>
          <a:prstGeom prst="rect">
            <a:avLst/>
          </a:prstGeom>
          <a:solidFill>
            <a:srgbClr val="0A0A0A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28600" y="5074920"/>
            <a:ext cx="11704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6" name="Text 54"/>
          <p:cNvSpPr/>
          <p:nvPr/>
        </p:nvSpPr>
        <p:spPr>
          <a:xfrm>
            <a:off x="411480" y="516636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D4AF37"/>
                </a:solidFill>
              </a:rPr>
              <a:t>THE DATA SAYS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11480" y="5376672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[Closing statement — one sentence that captures the key message from the data for this player's next phase. Paste from Claude Deep Review output.]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Sticks — Player Review Deck</dc:title>
  <dc:subject>PptxGenJS Presentation</dc:subject>
  <dc:creator>ELV8 Performance</dc:creator>
  <cp:lastModifiedBy>ELV8 Performance</cp:lastModifiedBy>
  <cp:revision>1</cp:revision>
  <dcterms:created xsi:type="dcterms:W3CDTF">2026-03-14T07:23:06Z</dcterms:created>
  <dcterms:modified xsi:type="dcterms:W3CDTF">2026-03-14T07:23:06Z</dcterms:modified>
</cp:coreProperties>
</file>